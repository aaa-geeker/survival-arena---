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6B8A"/>
                </a:solidFill>
                <a:latin typeface="微软雅黑"/>
              </a:rPr>
              <a:t>实践营课题一 · 游戏产品经理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600" b="1">
                <a:solidFill>
                  <a:srgbClr val="E8EBF2"/>
                </a:solidFill>
                <a:latin typeface="微软雅黑"/>
              </a:rPr>
              <a:t>生存竞技场 · 武器皮肤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500" b="1">
                <a:solidFill>
                  <a:srgbClr val="FF6B8A"/>
                </a:solidFill>
                <a:latin typeface="微软雅黑"/>
              </a:rPr>
              <a:t>从审美洞察到商业化落地的完整链路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9052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98A2B8"/>
                </a:solidFill>
                <a:latin typeface="微软雅黑"/>
              </a:rPr>
              <a:t>拆解主流射击游戏的皮肤设计方法论，再回到自己的项目《生存竞技场》，把一套「只有两个颜色的圆」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98A2B8"/>
                </a:solidFill>
                <a:latin typeface="微软雅黑"/>
              </a:rPr>
              <a:t>的粗糙皮肤系统，重做成有分层结构、稀有度阶梯与商业化逻辑的皮肤体系。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98A2B8"/>
                </a:solidFill>
                <a:latin typeface="微软雅黑"/>
              </a:rPr>
              <a:t>本方案包含：行业拆解报告 + 可直接落地的创意策划案 + 已上线的代码实现。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2744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274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生存竞技场 Survival Arena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6464" y="5029200"/>
            <a:ext cx="2272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6464" y="5029200"/>
            <a:ext cx="2272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纯 JS + Canvas 2D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528" y="5029200"/>
            <a:ext cx="1918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528" y="5029200"/>
            <a:ext cx="1918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6 套皮肤 / 4 稀有度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2592" y="5029200"/>
            <a:ext cx="974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592" y="5029200"/>
            <a:ext cx="97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已实机验证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交付物：武器皮肤分析报告 + 针对本游戏的武器皮肤创意策划案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01 / 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皮肤系统为什么「粗糙」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先定义问题，再谈方案——否则容易做成「好看但与商业无关」的美术练习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74519"/>
            <a:ext cx="10515600" cy="169164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74519"/>
            <a:ext cx="45720" cy="16916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改造前：一个皮肤 = 两个十六进制颜色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5059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6B8A"/>
                </a:solidFill>
                <a:latin typeface="微软雅黑"/>
              </a:rPr>
              <a:t>{ id:'flame', name:'烈焰使者', color:'#e74c3c', outline:'#c0392b', price:50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52928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这两个值只被用在三处：圆的填充色、圆的描边色、中心小圆点的颜色。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也就是说——六套皮肤，本质上是同一个圆换了六种颜色。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794760"/>
            <a:ext cx="3392424" cy="155448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794760"/>
            <a:ext cx="3392424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069080"/>
            <a:ext cx="29352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2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每套皮肤的全部视觉变量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892040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填充色 + 描边色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3794760"/>
            <a:ext cx="3392424" cy="155448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3794760"/>
            <a:ext cx="3392424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4069080"/>
            <a:ext cx="29352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0 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有独立视觉概念的皮肤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892040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名字承诺了主题，视觉零兑现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794760"/>
            <a:ext cx="3392424" cy="155448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794760"/>
            <a:ext cx="3392424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4069080"/>
            <a:ext cx="29352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1 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461772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定价梯度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892040"/>
            <a:ext cx="2935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全部 50–150 钻，无价值分层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>
                <a:solidFill>
                  <a:srgbClr val="FF6B8A"/>
                </a:solidFill>
                <a:latin typeface="微软雅黑"/>
              </a:rPr>
              <a:t>本质不是「不好看」，而是三件事同时缺失：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① 缺视觉识别（「暗影刺客」做成近黑色，而背景本身就是近黑，玩家看不见自己）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② 缺价值阶梯（都只是换色，贵的凭什么贵？）    ③ 缺拥有感（买到的是色值，不是「额外投入」）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01 / 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改造前后对比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同样四套皮肤：左列是纯色圆，右列是分层渲染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5120640" cy="448056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for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778" y="1892807"/>
            <a:ext cx="197358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561441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改造前（纯色圆）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BF2"/>
                </a:solidFill>
                <a:latin typeface="微软雅黑"/>
              </a:rPr>
              <a:t>差别不是「画得更细」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1">
                <a:solidFill>
                  <a:srgbClr val="FF6B8A"/>
                </a:solidFill>
                <a:latin typeface="微软雅黑"/>
              </a:rPr>
              <a:t>改造前：</a:t>
            </a:r>
            <a:r>
              <a:rPr sz="1200" b="0">
                <a:solidFill>
                  <a:srgbClr val="98A2B8"/>
                </a:solidFill>
                <a:latin typeface="微软雅黑"/>
              </a:rPr>
              <a:t>一个皮肤 = 两个色值。渲染时只有一个填充圆 + 一个描边圆 + 中心一个小点。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1">
                <a:solidFill>
                  <a:srgbClr val="34D399"/>
                </a:solidFill>
                <a:latin typeface="微软雅黑"/>
              </a:rPr>
              <a:t>改造后：</a:t>
            </a:r>
            <a:r>
              <a:rPr sz="1200" b="0">
                <a:solidFill>
                  <a:srgbClr val="98A2B8"/>
                </a:solidFill>
                <a:latin typeface="微软雅黑"/>
              </a:rPr>
              <a:t>同一个半径内，由六层结构组成——可读性底衬、渐变底盘、脉动内核、发光描边、结构装饰、光效环饰。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1">
                <a:solidFill>
                  <a:srgbClr val="F0C040"/>
                </a:solidFill>
                <a:latin typeface="微软雅黑"/>
              </a:rPr>
              <a:t>本质变化：</a:t>
            </a:r>
            <a:r>
              <a:rPr sz="1200" b="0">
                <a:solidFill>
                  <a:srgbClr val="98A2B8"/>
                </a:solidFill>
                <a:latin typeface="微软雅黑"/>
              </a:rPr>
              <a:t>从「一个色值」变成了「一套设计」。这不只是更好看，而是让「稀有度」和「定价」第一次有了可以挂靠的物理载体——因为现在「更贵」可以意味着「多了几层」。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02 / 审美洞察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拆解主流射击游戏的皮肤分级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规律一：稀有度不只是颜色，而是一套「价值语言」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78308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游戏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78308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分级方式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783080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价格带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核心机制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167128"/>
            <a:ext cx="10515600" cy="457200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671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CS2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1671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7 档稀有度 × 5 档磨损 + StatTrak/Souvenir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16712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无官方定价，玩家市场成交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6712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三层正交叠加，制造可交易资产市场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2624328"/>
            <a:ext cx="10515600" cy="4572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243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VALORANT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243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Select/Deluxe/Premium/Exclusive/Ultra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2432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约 875 → 2,475 VP/件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2432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明码标价，档位决定解锁多少设计组件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081528"/>
            <a:ext cx="10515600" cy="457200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0815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Fortnite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815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Uncommon/Rare/Epic/Legendary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08152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约 800 → 2,000 V-Bucks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08152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颜色即稀有度，形成「越亮越贵」直觉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538728"/>
            <a:ext cx="10515600" cy="4572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5387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Overwatch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5387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Common/Rare/Epic/Legendary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53872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约 1,000 → 1,900 Coins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53872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OW2 取消开箱，改为明码直售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3995928"/>
            <a:ext cx="10515600" cy="457200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99592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Apex Legends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9959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Common → Legendary + Mythic 传家宝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9592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传家宝需约 500 箱保底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995928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极端高客单道具拉高 ARPPU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4617720"/>
            <a:ext cx="10515600" cy="12344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7548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50" b="1">
                <a:solidFill>
                  <a:srgbClr val="A855F7"/>
                </a:solidFill>
                <a:latin typeface="微软雅黑"/>
              </a:rPr>
              <a:t>可复用结论：</a:t>
            </a:r>
            <a:r>
              <a:rPr sz="1150" b="0">
                <a:solidFill>
                  <a:srgbClr val="98A2B8"/>
                </a:solidFill>
                <a:latin typeface="微软雅黑"/>
              </a:rPr>
              <a:t>稀有度的作用不是「分类」，而是让玩家一眼判断「这东西值多少钱」。CS2 用颜色（蓝→紫→粉→红→金）、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VALORANT 用颜色+档位名，本质都是建立一套不看价格就能感知价值的符号系统。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50" b="1">
                <a:solidFill>
                  <a:srgbClr val="34D399"/>
                </a:solidFill>
                <a:latin typeface="微软雅黑"/>
              </a:rPr>
              <a:t>→ 所以自己的皮肤体系里，稀有度必须有独立视觉色，并贯穿卡片配色、描边强度、动效密度三层。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950" b="0">
                <a:solidFill>
                  <a:srgbClr val="6B7488"/>
                </a:solidFill>
                <a:latin typeface="微软雅黑"/>
              </a:rPr>
              <a:t>数据来源：CS2 档位与色值经公开数据集 ByMykel/CSGO-API（2,126 条）实测核验；其余游戏价格带为行业公开常识，浮动，引用前请核对当日商店。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02 / 审美洞察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一款「完整皮肤」是可拆组件的集合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规律二：档位 = 解锁层数。低档卖好看 → 中档卖手感 → 高档卖炫耀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78308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8308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8308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从哪档开始有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167128"/>
            <a:ext cx="10515600" cy="420624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67128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基础材质 / 涂装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67128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让枪「好看」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67128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所有皮肤都有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587752"/>
            <a:ext cx="10515600" cy="420624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587752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换弹 / 检视动画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587752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让枪「有手感」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87752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Premium 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008376"/>
            <a:ext cx="10515600" cy="420624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008376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配色变体 Colorway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0837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让玩家「能自定义」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008376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Premium 起（需额外解锁）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3429000"/>
            <a:ext cx="10515600" cy="420624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429000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专属音效 SFX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429000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听感差异化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429000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Deluxe 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849624"/>
            <a:ext cx="10515600" cy="420624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849624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特效 VFX（枪口/命中/弹道）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849624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战场存在感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849624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Premium / Exclusive 完整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270248"/>
            <a:ext cx="10515600" cy="420624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270248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击杀横幅 / 终结技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270248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让对手看见 → 炫耀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270248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Exclusive 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4690872"/>
            <a:ext cx="10515600" cy="420624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690872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等级进化 Reactive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690872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随击杀成长，绑定战绩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690872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Premium 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5111496"/>
            <a:ext cx="10515600" cy="420624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11496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专属检视 / 唯一动画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11149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顶级身份象征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111496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Ultra 专属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" y="539496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532120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34D399"/>
                </a:solidFill>
                <a:latin typeface="微软雅黑"/>
              </a:rPr>
              <a:t>可复用结论：</a:t>
            </a:r>
            <a:r>
              <a:rPr sz="1150" b="0">
                <a:solidFill>
                  <a:srgbClr val="98A2B8"/>
                </a:solidFill>
                <a:latin typeface="微软雅黑"/>
              </a:rPr>
              <a:t>分层逻辑是「低档卖好看 → 中档卖手感 → 高档卖炫耀」，每档对应一种心理需求。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本项目无 3D 骨骼动画、无音效资产，能落地的「层」是：底盘质感 / 内核发光 / 结构装饰 / 能量光晕 / 环绕元素 / 动效密度。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02 / 审美洞察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让皮肤「随你变强」——这是留存问题，不是审美问题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规律三：把玩家的使用行为，外化成永久可见的视觉资产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45720" cy="21031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CS2 · StatTrak™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7744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把击杀数永久刻在枪身上，只增不减。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实测：2,126 条 CS2 皮肤中 1,274 条支持 StatTrak、1,456 条支持 Souvenir。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FF6B8A"/>
                </a:solidFill>
                <a:latin typeface="微软雅黑"/>
              </a:rPr>
              <a:t>玩家舍不得丢掉一把累积了 5,000 杀的枪——因为绑定了他的战绩。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45720" cy="21031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VALORANT · 反应型皮肤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7744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Elderflame（Ultra）：击杀后巨龙张嘴，特效逐级增强。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Reaver（Exclusive）：紫色能量随击杀累积增强。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FF6B8A"/>
                </a:solidFill>
                <a:latin typeface="微软雅黑"/>
              </a:rPr>
              <a:t>皮肤从「装饰品」变成了绑定使用历史的收藏品。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14800"/>
            <a:ext cx="10515600" cy="201168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微软雅黑"/>
              </a:rPr>
              <a:t>为什么这比「好看」更值钱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纯静态皮肤带来的粘性是有限的——买完就结束了。真正能提升留存的，是让皮肤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/>
              </a:rPr>
              <a:t>随玩家的行为而变化</a:t>
            </a:r>
            <a:r>
              <a:rPr sz="1200" b="0">
                <a:solidFill>
                  <a:srgbClr val="98A2B8"/>
                </a:solidFill>
                <a:latin typeface="微软雅黑"/>
              </a:rPr>
              <a:t>：击杀数、存活时长、使用场次，都可以成为皮肤进化的输入。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本项目原本完全没有这类机制，皮肤买完即是终点——这是它在留存设计上最大的空缺，也是我认为下一步最该补的。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创意策划案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设计骨架：六层渲染结构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所有皮肤共用同一套结构，按稀有度增减层的丰富度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78308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83080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解决的问题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167128"/>
            <a:ext cx="10515600" cy="576072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67128"/>
            <a:ext cx="22860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L0 可读性底衬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67128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玩家身下的一圈半透明深色垫底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67128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敌人贴身围攻时，玩家剪影不被淹没（剪影优先）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743200"/>
            <a:ext cx="10515600" cy="576072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22860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L1 底盘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43200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中心偏光源的径向渐变，而非纯色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产生球体体积感，脱离「扁平圆」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319272"/>
            <a:ext cx="10515600" cy="576072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319272"/>
            <a:ext cx="22860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L2 内核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19272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高亮能核 + 呼吸脉动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319272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视觉焦点，让角色「像活的」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3895344"/>
            <a:ext cx="10515600" cy="576072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95344"/>
            <a:ext cx="22860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L3 描边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895344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亮色/双色描边 + 发光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895344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暗色皮肤在暗背景上的可读性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4471416"/>
            <a:ext cx="10515600" cy="576072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471416"/>
            <a:ext cx="22860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L4 结构装饰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471416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旋转六边盾徽 / 装甲分片 / 扫描线 / 电路环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471416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赋予主题，让皮肤「有内容」而非「有色块」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5047488"/>
            <a:ext cx="10515600" cy="576072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47488"/>
            <a:ext cx="22860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L5 光效与环饰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047488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外围光晕、吸积盘旋臂、环绕碎片（加法混合）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047488"/>
            <a:ext cx="40233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高级感与存在感，稀有度越高越丰富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微软雅黑"/>
              </a:rPr>
              <a:t>这套结构的关键价值：</a:t>
            </a:r>
            <a:r>
              <a:rPr sz="1150" b="0">
                <a:solidFill>
                  <a:srgbClr val="98A2B8"/>
                </a:solidFill>
                <a:latin typeface="微软雅黑"/>
              </a:rPr>
              <a:t>它让「第 7 套皮肤」的开发成本远低于「第 1 套」——因为规则可复用、可机械执行，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「稀有度 = 层数」这样的商业规则也能被直接翻译成代码，不需要每次重新做美术决策。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创意策划案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六套皮肤 · 真实游戏内渲染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以下均为实机渲染截图，非设计稿；每套皮肤对应一个明确的视觉概念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673352" cy="31089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1673352" cy="45720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kin-1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99132"/>
            <a:ext cx="1453896" cy="145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" y="40233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EBF2"/>
                </a:solidFill>
                <a:latin typeface="微软雅黑"/>
              </a:rPr>
              <a:t>制式战士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31596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A3B8"/>
                </a:solidFill>
                <a:latin typeface="微软雅黑"/>
              </a:rPr>
              <a:t>普通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553712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8A2B8"/>
                </a:solidFill>
                <a:latin typeface="微软雅黑"/>
              </a:rPr>
              <a:t>克制 / 基准款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2616" y="1783080"/>
            <a:ext cx="1673352" cy="31089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42616" y="1783080"/>
            <a:ext cx="1673352" cy="457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kin-2-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2199132"/>
            <a:ext cx="1453896" cy="1453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70632" y="40233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EBF2"/>
                </a:solidFill>
                <a:latin typeface="微软雅黑"/>
              </a:rPr>
              <a:t>烈焰使者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431596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4FC3F7"/>
                </a:solidFill>
                <a:latin typeface="微软雅黑"/>
              </a:rPr>
              <a:t>稀有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4553712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8A2B8"/>
                </a:solidFill>
                <a:latin typeface="微软雅黑"/>
              </a:rPr>
              <a:t>高温与狂暴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4" y="1783080"/>
            <a:ext cx="1673352" cy="31089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43984" y="1783080"/>
            <a:ext cx="1673352" cy="457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kin-3-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99132"/>
            <a:ext cx="1453896" cy="1453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0" y="40233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EBF2"/>
                </a:solidFill>
                <a:latin typeface="微软雅黑"/>
              </a:rPr>
              <a:t>暗影刺客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1596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4FC3F7"/>
                </a:solidFill>
                <a:latin typeface="微软雅黑"/>
              </a:rPr>
              <a:t>稀有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53712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8A2B8"/>
                </a:solidFill>
                <a:latin typeface="微软雅黑"/>
              </a:rPr>
              <a:t>黑暗中的目光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783080"/>
            <a:ext cx="1673352" cy="31089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1783080"/>
            <a:ext cx="1673352" cy="45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kin-4-ne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99132"/>
            <a:ext cx="1453896" cy="1453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73368" y="40233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EBF2"/>
                </a:solidFill>
                <a:latin typeface="微软雅黑"/>
              </a:rPr>
              <a:t>霓虹战士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31596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77DFF"/>
                </a:solidFill>
                <a:latin typeface="微软雅黑"/>
              </a:rPr>
              <a:t>史诗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553712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8A2B8"/>
                </a:solidFill>
                <a:latin typeface="微软雅黑"/>
              </a:rPr>
              <a:t>赛博能量体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783080"/>
            <a:ext cx="1673352" cy="31089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1783080"/>
            <a:ext cx="1673352" cy="45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kin-5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199132"/>
            <a:ext cx="1453896" cy="1453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74736" y="40233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EBF2"/>
                </a:solidFill>
                <a:latin typeface="微软雅黑"/>
              </a:rPr>
              <a:t>黄金骑士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431596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77DFF"/>
                </a:solidFill>
                <a:latin typeface="微软雅黑"/>
              </a:rPr>
              <a:t>史诗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553712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8A2B8"/>
                </a:solidFill>
                <a:latin typeface="微软雅黑"/>
              </a:rPr>
              <a:t>金属质感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48088" y="1783080"/>
            <a:ext cx="1673352" cy="31089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48088" y="1783080"/>
            <a:ext cx="1673352" cy="45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kin-6-vo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199132"/>
            <a:ext cx="1453896" cy="1453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76104" y="402336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EBF2"/>
                </a:solidFill>
                <a:latin typeface="微软雅黑"/>
              </a:rPr>
              <a:t>虚空领主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6104" y="431596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B703"/>
                </a:solidFill>
                <a:latin typeface="微软雅黑"/>
              </a:rPr>
              <a:t>传说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4553712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8A2B8"/>
                </a:solidFill>
                <a:latin typeface="微软雅黑"/>
              </a:rPr>
              <a:t>体量与压迫感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120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6B8A"/>
                </a:solidFill>
                <a:latin typeface="微软雅黑"/>
              </a:rPr>
              <a:t>设计原则：剪影优先 → 明度对比 → 内部细节 → 颜色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在暗背景（#0b0d14）下，玩家真正感知的是「轮廓 + 亮度差」，色相只有约三成的辨识贡献。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所以每套皮肤都先保证「一眼能认出自己」，再叠加主题装饰与发光——顺序颠倒就会做出「好看但认不出」的皮肤。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创意策划案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最难的一套：暗影刺客怎么被看见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当「名字要求它暗」与「背景本身就是暗的」正面冲突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4206240" cy="420624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-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01952"/>
            <a:ext cx="3968496" cy="3968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18288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94560"/>
                </a:solidFill>
                <a:latin typeface="微软雅黑"/>
              </a:rPr>
              <a:t>矛盾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「暗影刺客」这个名字承诺的是「藏于黑暗」；但游戏的战场背景本身已经是 #0b0d14 的近黑色。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做得越暗越贴合设定，就越看不见自己——这是可读性事故，不是审美问题。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3832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微软雅黑"/>
              </a:rPr>
              <a:t>解法：换一个维度，而不是把暗色调亮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749039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放弃用「填充色」表达存在感，改用「光」：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   冷紫发光描边（#c77dff）+ 三道缓慢流动的残影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用「面罩下两个浮动光点」制造「有人在黑暗里盯着你」的叙事感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底盘仍保留深紫渐变，不破坏「暗影」的设定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→ 名字承诺「暗影」，视觉给的是「黑暗中盯着你的眼睛」——设定没丢，可读性拿到了。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创意策划案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一次真实的返工：金属感到底怎么做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初版做成了「黄色的饼」，因为搞错了金属的本质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4206240" cy="420624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01952"/>
            <a:ext cx="3968496" cy="3968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18288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94560"/>
                </a:solidFill>
                <a:latin typeface="微软雅黑"/>
              </a:rPr>
              <a:t>初版为什么失败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5852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第一版用径向渐变做「上亮下暗」，结果得到的是一个扁平、哑光、像塑料饼的圆。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原因：金属的关键不是「颜色是金色」，而是「沿圆周交替出现的明暗反射带」。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461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微软雅黑"/>
              </a:rPr>
              <a:t>第二版的做法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611880"/>
            <a:ext cx="5852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Canvas 没有原生锥形渐变（conic gradient），用 24 个扇形拼接逼近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用余弦函数模拟 2 条主反射带 + 2 条副反射带，形成明暗交替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叠加一层自上而下的整体光照，保证光源方向一致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加四片护甲分片与缝隙高光，把「圆」变成「甲」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中央六边形盾徽 + 宝石作为视觉焦点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→ 这套做法可复用到任何「需要金属感」的皮肤，是本次沉淀下来的技术资产。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03.5 / 数据验证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真实用户数据看板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关键行为全部客户端埋点 → Supabase 落库 → 看板实时聚合；以下取自生产环境实际数据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69164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69164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3794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EBF2"/>
                </a:solidFill>
                <a:latin typeface="微软雅黑"/>
              </a:rPr>
              <a:t>79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203704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累计独立玩家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6" y="169164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2616" y="169164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83794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EBF2"/>
                </a:solidFill>
                <a:latin typeface="微软雅黑"/>
              </a:rPr>
              <a:t>133 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2203704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累计开局对局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169164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169164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83794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EBF2"/>
                </a:solidFill>
                <a:latin typeface="微软雅黑"/>
              </a:rPr>
              <a:t>1,996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203704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累计埋点事件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74320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74320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288950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EBF2"/>
                </a:solidFill>
                <a:latin typeface="微软雅黑"/>
              </a:rPr>
              <a:t>56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255264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复活次数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42616" y="274320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42616" y="274320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3784" y="288950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EBF2"/>
                </a:solidFill>
                <a:latin typeface="微软雅黑"/>
              </a:rPr>
              <a:t>31 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784" y="3255264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商店购买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3984" y="274320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43984" y="274320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288950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8EBF2"/>
                </a:solidFill>
                <a:latin typeface="微软雅黑"/>
              </a:rPr>
              <a:t>37%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3255264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移动端事件占比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1691640"/>
            <a:ext cx="5120640" cy="196596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045" y="1783080"/>
            <a:ext cx="916965" cy="17830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41248" y="3840480"/>
            <a:ext cx="10515600" cy="237744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023360"/>
            <a:ext cx="9966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FF6B8A"/>
                </a:solidFill>
                <a:latin typeface="微软雅黑"/>
              </a:rPr>
              <a:t>从数据里读到的三件事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① 双端适配真的有人在用 </a:t>
            </a:r>
            <a:r>
              <a:rPr sz="1150" b="0">
                <a:solidFill>
                  <a:srgbClr val="98A2B8"/>
                </a:solidFill>
                <a:latin typeface="微软雅黑"/>
              </a:rPr>
              <a:t>— 移动端 UA 产生 275 条事件、桌面端 725 条，「手机+电脑都能玩」不是宣传语。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② 复活机制是被真实使用的核心循环 </a:t>
            </a:r>
            <a:r>
              <a:rPr sz="1150" b="0">
                <a:solidFill>
                  <a:srgbClr val="98A2B8"/>
                </a:solidFill>
                <a:latin typeface="微软雅黑"/>
              </a:rPr>
              <a:t>— 56 次复活中，看广告 38% / 花钻石 25% / 用令牌 21% / 好友助力 16%，四条路径都有人走。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③ 武器使用率 81% 集中在手枪 </a:t>
            </a:r>
            <a:r>
              <a:rPr sz="1150" b="0">
                <a:solidFill>
                  <a:srgbClr val="98A2B8"/>
                </a:solidFill>
                <a:latin typeface="微软雅黑"/>
              </a:rPr>
              <a:t>— 最有价值的负面发现：手枪是免费初始武器，说明多数玩家没走到解锁新武器的波次就阵亡了。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1">
                <a:solidFill>
                  <a:srgbClr val="FBBF24"/>
                </a:solidFill>
                <a:latin typeface="微软雅黑"/>
              </a:rPr>
              <a:t>数据诚实性：</a:t>
            </a:r>
            <a:r>
              <a:rPr sz="1050" b="0">
                <a:solidFill>
                  <a:srgbClr val="6B7488"/>
                </a:solidFill>
                <a:latin typeface="微软雅黑"/>
              </a:rPr>
              <a:t>死亡波次分布中「第 1 波 109 次」包含开发与自动化测试数据，不能当作真实难度曲线；场均时长同受测试会话影响。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6B7488"/>
                </a:solidFill>
                <a:latin typeface="微软雅黑"/>
              </a:rPr>
              <a:t>玩家数 / 开局数 / 复活数 / 购买数均为按事件去重的真实累计值；比率类指标仅作趋势参考。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创意策划案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商店界面：让玩家在买之前就看到「动起来的样子」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每张卡片用独立 canvas 实时渲染真实皮肤，而不是一张静态截图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4114800" cy="429768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kins-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61" y="1874519"/>
            <a:ext cx="3297574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18288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6B8A"/>
                </a:solidFill>
                <a:latin typeface="微软雅黑"/>
              </a:rPr>
              <a:t>这次改造做了四件事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40280"/>
            <a:ext cx="5943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① 实时动效预览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每张卡片挂一个独立 canvas，跑同一套渲染逻辑。静态格子立刻变成「活的」，玩家买前就能预判效果。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② 稀有度视觉化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稀有度不只写在名字里：卡片顶部有稀有度色条、角标、以及史诗/传说专属的底纹晕光，形成「稀有物品」的价值暗示。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③ 主题文案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每套皮肤配一句人话描述（如「你只会看到它的眼睛」），把「参数」翻译成「想象」，提升点击意愿。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④ 明确的装备状态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「✓ 使用中 / 点击装备 / 💎 价格」三态清晰，并给出「钻石不足，还差 N 颗」的精确提示，减少无效点击。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04 / 商业化落地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定价重构：从「无梯度」到「四档阶梯」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核心逻辑：价格严格对齐动效密度——多花一档的钱，确实多买到一层动态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82880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稀有度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2880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皮肤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价格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动效密度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定价意图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2212848"/>
            <a:ext cx="10515600" cy="65836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12848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普通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12848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制式战士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12848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免费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12848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静态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212848"/>
            <a:ext cx="2560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基准锚点，让所有付费皮肤显得「有理由贵」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2871216"/>
            <a:ext cx="10515600" cy="65836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871216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稀有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871216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烈焰使者 / 暗影刺客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871216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60 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1216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1 项动效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871216"/>
            <a:ext cx="2560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首充档：小额即可获得的第一个「升级感」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3529584"/>
            <a:ext cx="10515600" cy="65836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29584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史诗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529584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霓虹战士 / 黄金骑士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529584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90–120 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529584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2–3 项动效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529584"/>
            <a:ext cx="2560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主力档：品质明显跃升，承接大部分付费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187952"/>
            <a:ext cx="10515600" cy="65836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18795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EBF2"/>
                </a:solidFill>
                <a:latin typeface="微软雅黑"/>
              </a:rPr>
              <a:t>传说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187952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虚空领主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187952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200 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187952"/>
            <a:ext cx="2286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全套动效 + 最大视觉半径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187952"/>
            <a:ext cx="2560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向往型顶点：制造「看到别人拥有」的落差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4892040"/>
            <a:ext cx="10515600" cy="141732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0C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074920"/>
            <a:ext cx="9966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F0C040"/>
                </a:solidFill>
                <a:latin typeface="微软雅黑"/>
              </a:rPr>
              <a:t>为什么这样定价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原方案 50/50/75/100/150 的梯度太平缓，且与视觉质量无关，玩家无法判断「贵在哪」。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重构后，价格严格对齐动效密度——这让加价变得可解释，也给了玩家升级的理由。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→ 这既是定价策略，也是定价诚信：如果高稀有皮肤和低稀有在体验上没区别，高价就是在收智商税，短期能赚、长期摧毁信任。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04 / 商业化落地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技术实现与实机验证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3736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技术实现要点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7744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/>
              </a:rPr>
              <a:t>零美术资源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全部用 Canvas 2D 程序化绘制。项目没有图片资源管线，程序化是唯一可行路径，且天然适配任意分辨率与移动端。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/>
              </a:rPr>
              <a:t>渐变对象缓存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每帧 createRadialGradient 会触发 GC 抖动，改为按皮肤 key 缓存。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/>
              </a:rPr>
              <a:t>移动端降级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小屏自动关闭最贵的 shadowBlur 发光，只保留基础分层。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/>
              </a:rPr>
              <a:t>状态不泄漏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整体 save/restore 包裹，globalCompositeOperation 改后必还原，避免污染后续绘制。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6B8A"/>
                </a:solidFill>
                <a:latin typeface="微软雅黑"/>
              </a:rPr>
              <a:t>可读性底衬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皮肤下层加半透明深色垫底，解决「敌人围攻时玩家被淹没」。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实机验证结果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7744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六套皮肤全部渲染正确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逐一读取玩家中心像素验证，中心色分别为蓝/橙/紫/绿/金/紫罗兰，与设计一致，无一套渲染空白。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可读性修复生效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引入底衬后，敌人贴身围攻时玩家中心区域的敌方红色像素由「淹没」降至 0。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帧率达标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最重的「虚空领主」在无头浏览器纯 CPU 渲染下实测 58–60 FPS，真机 GPU 更宽裕。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旧存档兼容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增加字段回填逻辑，老玩家的皮肤存档不会因数据结构升级而失效。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我的观点 · 观点一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我的观点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什么样的皮肤设计能吸引用户、增加粘性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0515600" cy="443484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45720" cy="4434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6B8A"/>
                </a:solidFill>
                <a:latin typeface="微软雅黑"/>
              </a:rPr>
              <a:t>皮肤卖的不是美术，是「可被看见的自我」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8EBF2"/>
                </a:solidFill>
                <a:latin typeface="微软雅黑"/>
              </a:rPr>
              <a:t>可见性决定价值，而不是精细度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9784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论据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CS2 的 AWP | Dragon Lore 能拍到数万美元，不是因为它画得比别的枪细致十倍，而是因为它稀有、可交易、且能被别人看到。VALORANT 把最贵的皮肤做了「击杀横幅」——因为击杀瞬间是全场注意力最集中的时刻，是炫耀半径最大的设计点位。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推论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设计皮肤前要先问「谁会看到它」。对俯视角游戏，别人看到你的方式只有一处：你的角色在战场上长什么样。所以我优先投入的是「角色剪影的辨识度」，而不是细节堆砌。反过来，一款皮肤做得再精致，但混战中认不出来，它的社交价值就是零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→ 落地：把「剪影优先」作为第一原则，专门为解决可读性写了底衬层，而不是先加光效。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我的观点 · 观点二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我的观点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什么样的皮肤设计能吸引用户、增加粘性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0515600" cy="443484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45720" cy="4434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6B8A"/>
                </a:solidFill>
                <a:latin typeface="微软雅黑"/>
              </a:rPr>
              <a:t>稀有度的本质是「可解释的价值差」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8EBF2"/>
                </a:solidFill>
                <a:latin typeface="微软雅黑"/>
              </a:rPr>
              <a:t>玩家愿意为「看得见的额外投入」付费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9784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论据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行业里所有成熟的皮肤分级（CS2 的颜色七档、VALORANT 的五档）都有共同点：高稀有皮肤确实多了东西——更多动画、更多特效、更独特的音效。稀有度是对「产品方多投入了成本」的诚实兑现，玩家感受到的不是「你收我更多钱」，而是「这套确实更用心」。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推论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如果高稀有和低稀有在体验上没有本质区别，高价就是在收智商税，短期能赚、长期摧毁玩家对定价的信任。所以我把价格严格绑定动效密度：多花 30 钻石，一定多看到一层动态。这不是美术偏好，是定价诚信。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→ 落地：稀有度同时驱动卡片配色、描边强度、动效数量三个维度，让「贵」在视觉上可被验证。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我的观点 · 观点三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我的观点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什么样的皮肤设计能吸引用户、增加粘性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0515600" cy="443484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45720" cy="4434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6B8A"/>
                </a:solidFill>
                <a:latin typeface="微软雅黑"/>
              </a:rPr>
              <a:t>真正的粘性来自「皮肤绑定战绩」，而不是皮肤好看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8EBF2"/>
                </a:solidFill>
                <a:latin typeface="微软雅黑"/>
              </a:rPr>
              <a:t>把使用行为外化成资产，才能制造沉没成本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9784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论据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CS2 的 StatTrak 计数器是最聪明的留存设计之一——它让「枪」与「我的击杀历史」绑定，只增不减。玩家舍不得丢弃的不是那层涂装，而是倾注在里面的时间。同理，战斗通行证进度、收藏完成度，都是在把「玩过」变成「不舍得离开」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推论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纯静态皮肤带来的粘性是有限的——买完就结束。真正能提升留存的，是让皮肤随玩家的行为而改变。这个项目原本完全没有这类机制，皮肤买完即是终点，这是它在留存设计上最大的空缺。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→ 建议下一步：为皮肤增加「击杀数进化」（如虚空领主随累计击杀增加环绕碎片数量），把皮肤从装饰品升级为战绩容器。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我的观点 · 观点四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我的观点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什么样的皮肤设计能吸引用户、增加粘性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0515600" cy="443484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45720" cy="4434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6B8A"/>
                </a:solidFill>
                <a:latin typeface="微软雅黑"/>
              </a:rPr>
              <a:t>在低资源项目里，约束应该成为设计语言，而不是借口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8EBF2"/>
                </a:solidFill>
                <a:latin typeface="微软雅黑"/>
              </a:rPr>
              <a:t>「没有美术资源」反而逼出了更清晰的设计纪律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9784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论据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这个项目没有美术，没有图片资源，皮肤只能靠代码画。常规思路会觉得「那只能做得很简陋」。但恰恰相反——正因为只能用几何图形，我被迫把皮肤拆解成「底盘/内核/描边/结构/光效」这种可复用的结构层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60A5FA"/>
                </a:solidFill>
                <a:latin typeface="微软雅黑"/>
              </a:rPr>
              <a:t>推论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这种结构化的思路，比「凭感觉画一套图」更接近可规模化的设计系统。它让第 7 套皮肤的开发成本远低于第 1 套，也让「稀有度 = 层数」这种商业规则可以被机械地执行，而不依赖某个人当天的审美状态。</a:t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9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3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微软雅黑"/>
              </a:rPr>
              <a:t>→ 结论：把约束转化为规范（分层结构 + 稀有度规则），是低资源项目做设计系统的正确姿势。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06 / 边界与反思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哪些做了，哪些还没做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说清楚「没做成什么」，比只列成绩更有价值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六套皮肤分层渲染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34D399"/>
                </a:solidFill>
                <a:latin typeface="微软雅黑"/>
              </a:rPr>
              <a:t>已上线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359152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59152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稀有度四档体系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9152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34D399"/>
                </a:solidFill>
                <a:latin typeface="微软雅黑"/>
              </a:rPr>
              <a:t>已上线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935224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35224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商店实时动效预览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35224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34D399"/>
                </a:solidFill>
                <a:latin typeface="微软雅黑"/>
              </a:rPr>
              <a:t>已上线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511296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11296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可读性底衬（剪影保障）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11296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34D399"/>
                </a:solidFill>
                <a:latin typeface="微软雅黑"/>
              </a:rPr>
              <a:t>已上线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087368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087368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移动端性能降级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87368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34D399"/>
                </a:solidFill>
                <a:latin typeface="微软雅黑"/>
              </a:rPr>
              <a:t>已上线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663440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63440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皮肤进化 / 战绩绑定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663440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B7488"/>
                </a:solidFill>
                <a:latin typeface="微软雅黑"/>
              </a:rPr>
              <a:t>未落地 · 最能提升留存的方向，尚未接入击杀数驱动的进化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239512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239512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手绘级插画质感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239512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B7488"/>
                </a:solidFill>
                <a:latin typeface="微软雅黑"/>
              </a:rPr>
              <a:t>不具备 · 程序化几何渲染的能力边界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815584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815584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真实支付接入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815584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B7488"/>
                </a:solidFill>
                <a:latin typeface="微软雅黑"/>
              </a:rPr>
              <a:t>规划中 · 皮肤购买仍为模拟流程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6391656"/>
            <a:ext cx="10515600" cy="493776"/>
          </a:xfrm>
          <a:prstGeom prst="roundRect">
            <a:avLst>
              <a:gd name="adj" fmla="val 9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6391656"/>
            <a:ext cx="32918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真实用户数据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391656"/>
            <a:ext cx="6492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34D399"/>
                </a:solidFill>
                <a:latin typeface="微软雅黑"/>
              </a:rPr>
              <a:t>已有 · 79 名独立玩家 / 133 局 / 1,996 条事件（部分均值受测试数据影响）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06 / 边界与反思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做完之后的反思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554480"/>
            <a:ext cx="10515600" cy="1481328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00784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BBF24"/>
                </a:solidFill>
                <a:latin typeface="微软雅黑"/>
              </a:rPr>
              <a:t>1. 我一开始差点把它做成「美术练习」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84832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80" b="0">
                <a:solidFill>
                  <a:srgbClr val="98A2B8"/>
                </a:solidFill>
                <a:latin typeface="微软雅黑"/>
              </a:rPr>
              <a:t>最初接到「美化皮肤」的需求，我的第一反应是「怎么画得更好看」。但想清楚之后发现，这个系统的病根不是审美，而是皮肤在商业结构里没有位置——没有稀有度、没有价值差、没有拥有感。如果我只把六个圆画得更漂亮，问题一个都没解决。产品经理的价值在于识别「这是结构问题还是表现问题」，而这次是前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82112"/>
            <a:ext cx="10515600" cy="1481328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28416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BBF24"/>
                </a:solidFill>
                <a:latin typeface="微软雅黑"/>
              </a:rPr>
              <a:t>2. 最难的设计决策是「暗影刺客怎么被看见」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12464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80" b="0">
                <a:solidFill>
                  <a:srgbClr val="98A2B8"/>
                </a:solidFill>
                <a:latin typeface="微软雅黑"/>
              </a:rPr>
              <a:t>这套皮肤逼我做了一次真正的取舍：名字要求它「暗」，但游戏背景本身就是暗的，做得越暗越不可玩。最后我的解法是放弃用填充色表达存在感，改用发光描边与光点来「在黑暗里制造存在」。这让我理解了一个更普遍的道理——当需求和约束正面冲突时，不要在同一个维度上死磕（把暗色调亮一点），而要换一个维度解决（用光而不是色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809744"/>
            <a:ext cx="10515600" cy="1481328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95604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BBF24"/>
                </a:solidFill>
                <a:latin typeface="微软雅黑"/>
              </a:rPr>
              <a:t>3. 我验证自己工作的方式，比结果更值得说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40096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80" b="0">
                <a:solidFill>
                  <a:srgbClr val="98A2B8"/>
                </a:solidFill>
                <a:latin typeface="微软雅黑"/>
              </a:rPr>
              <a:t>中途我一度以为「虚空领主」没渲染出来——因为截图里角色所在位置是一团红色。后来我直接读取 canvas 的像素数据，才发现是敌人贴身围攻覆盖了角色，皮肤其实正常渲染。这让我意识到：凭截图和直觉判断会得出错误结论，产品判断要建立在可测量的证据上。这个习惯最后反过来让我发现了真正的可读性问题，并做了针对性修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E8EBF2"/>
                </a:solidFill>
                <a:latin typeface="微软雅黑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F6B8A"/>
                </a:solidFill>
                <a:latin typeface="微软雅黑"/>
              </a:rPr>
              <a:t>生存竞技场 · 武器皮肤分析与创意策划案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8A2B8"/>
                </a:solidFill>
                <a:latin typeface="微软雅黑"/>
              </a:rPr>
              <a:t>交付物：武器皮肤分析报告 + 针对本游戏的武器皮肤创意策划案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8A2B8"/>
                </a:solidFill>
                <a:latin typeface="微软雅黑"/>
              </a:rPr>
              <a:t>实践营课题一 ｜ 游戏产品经理方向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34D399"/>
                </a:solidFill>
                <a:latin typeface="微软雅黑"/>
              </a:rPr>
              <a:t>皮肤体系已实机落地：6 套皮肤 / 4 档稀有度 / 全程序化 Canvas 渲染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